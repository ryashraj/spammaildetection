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8872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Spam Email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317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BE9FF"/>
                </a:solidFill>
              </a:rPr>
              <a:t>AI-Powered Mail Classifier using NLP &amp; Naive Bayes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108960"/>
            <a:ext cx="6400800" cy="36576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D2D Batch  |  Sem 5  |  PBL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4903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Team Members:   Yashraj  ·  Shreyas  ·  Meet  ·  Vishwajeet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Why does spam detection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47472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of all emails worldwide are spam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3474720" cy="100584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₹ Crores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lost to phishing scams every year in India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80"/>
            <a:ext cx="347472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Millions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of users deceived by fake 'selected' or 'winner' mails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417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F3C"/>
                </a:solidFill>
              </a:rPr>
              <a:t>What is Spam?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920240"/>
            <a:ext cx="7589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Unsolicited, unwanted emails sent in bulk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Contains fake prizes, urgent threats, phishing links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Wastes time and poses serious security risks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Manually filtering them is inefficient and unreliable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0233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F3C"/>
                </a:solidFill>
              </a:rPr>
              <a:t>Our Goal: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8056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Build an intelligent system that automatically detects whether an email is Spam or Ham (safe) — using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What we built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 5-phase ML pipeline from raw data to live app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NLP-based text cleaning &amp; lemmatization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TF-IDF vectorization to convert text to numbers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Multinomial Naive Bayes classifier (98% accuracy)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Streamlit web app with 2 input modes: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 – Paste text (Subject + Sender + Body)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 – Upload a real .eml email file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Clear button, result confidence bar, analysis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669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Why This Approach?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Naive Bayes is the industry standard for text spam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TF-IDF captures word importance, not just frequency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Lightweight — runs fully on your local machine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No data is ever sent to any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8620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Dataset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SMS Spam Collection (UCI ML Repository / Kaggle)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5,572 messages — 4,825 Ham + 747 Spam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Same NLP pipeline applies to emails — technique is identical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Tools and libraries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Core programming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NLTK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2316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Stopword removal, lemmatization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TF-IDF vectorizer + Naive Bayes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42316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Data loading and manipulation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4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Matplotlib /
Seaborn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EDA visualizations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74904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3434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75488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Interactive web application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4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434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Pickle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5488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Save &amp; load trained model 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74904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3434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email (stdlib)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75488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Parse .eml files safely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5 phases from raw data to live web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828800" cy="237744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Data
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Clean text, encode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3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828800"/>
            <a:ext cx="1828800" cy="2377440"/>
          </a:xfrm>
          <a:prstGeom prst="rect">
            <a:avLst/>
          </a:prstGeom>
          <a:solidFill>
            <a:srgbClr val="705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EDA &amp;
Vectorize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Explore data, TF-IDF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3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828800"/>
            <a:ext cx="1828800" cy="2377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Model
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Train Naive Bayes (98%)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3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828800"/>
            <a:ext cx="18288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Web App
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Streamlit 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3C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1828800"/>
            <a:ext cx="1828800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Smart
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.eml parser, Clear button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Each phase produces an output that feeds directly into the next phase — a complete, end-to-end Machine Learning pipeline.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1 —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File: phase1_data_preparation.py  |  Lead: Yashraj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What was done?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Loaded SMS Spam Collection dataset (spam.csv)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Removed duplicate and null entries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Converted text to lowercase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Removed punctuation, numbers &amp; URLs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Removed stop words (e.g. 'the', 'is', 'a')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Applied Lemmatization (e.g. 'running' → 'run')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Encoded labels: ham = 0, spam = 1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Saved cleaned data to: data/cleaned_spam.csv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Checked and reported class imbalance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669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cleaned_spam.csv  →  5,572 rows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4,825 Ham messages (86.6%)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   747 Spam messages (13.4%)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93192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Why these steps?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ML models cannot understand raw noisy text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Stop words add no spam-detection value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Lemmatization reduces word variety so the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model learns patterns, not exact spellings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— EDA &amp; Vectorization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File: phase2_eda_vectorization.py  |  Lead: Shreyas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Exploratory Data Analysis (EDA)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Plotted class distribution (Ham vs Spam bar chart)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Word count distribution — spam msgs are longer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Generated Word Clouds for spam and ham words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Top 15 most frequent words in spam messages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Correlation between message length &amp; spam label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All plots saved to: plots/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TF-IDF Vectorization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Converted cleaned text into numerical feature matrix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max_features = 5,000 most important words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Split data: 80% train / 20% test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Saved: vectorizer.pkl, train_test_splits.pkl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What is TF-IDF?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TF-IDF stands for Term Frequency - Inverse Document Frequency.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TF: How often does a word appear in this message?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IDF: How rare is this word across all messages?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Words like 'FREE', 'WIN', 'CLAIM' appear very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often in spam but rarely in normal messages 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they get a HIGH TF-IDF score → model learns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that these words = high spam probability.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Common words like 'the', 'you', 'is' appear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everywhere → low IDF → low score → ignored.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3 — ML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File: phase3_modeling.py  |  Lead: Meet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Model: Multinomial Naive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Loaded train/test data from vectorizer output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Trained MultinomialNB with alpha=0.1 (tuned)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Evaluated on 1,115 unseen test messages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Performed hyperparameter search for best alpha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Saved final model to: models/spam_model.pkl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46320"/>
            <a:ext cx="219456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4846320"/>
            <a:ext cx="2560320" cy="118872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4892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~1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Prediction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Why Naive Bayes?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Specifically designed for text classification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Calculates probability of spam vs ham based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on the frequency of each TF-IDF word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Extremely fast — trains in seconds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Proven industry standard: used in Gmail,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Yahoo Mail spam filters since early 2000s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Confusion Matrix (on test set of 1,115):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True Ham:   966  |  False Spam:  9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True Spam:  124  |  False Ham: 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4 &amp; 5 —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File: app.py  |  Lead: Vishwajeet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Interactive Streamlit web application (app.py)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Loads trained model &amp; vectorizer on startup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Two input modes (tabs):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 ✏️  Tab 1: Paste Sender + Subject + Body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 📁  Tab 2: Upload a .eml email file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Auto-parses .eml → fills all fields automatically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Safe: attachments are NEVER opened or executed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Clear button resets all inputs and results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Confidence progress bar for visual clarity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Analysis details expander (shows cleaned text)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Premium dark UI with Inter font &amp; custom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How to use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Run:  python -m streamlit run app.py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Opens at: http://localhost:8501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Option A — Type/Paste: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Enter Sender, Subject, and Body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→ Click 🔍 Analyse Email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Option B — .eml File: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In Gmail: ⋮ More → Download message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Upload the .eml file to the app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→ Fields are filled automatically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→ Click 🔍 Analyse Email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Result shows: SPAM 🚨 or HAM ✅ + confidence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D2D Batch  |  Sem 5  |  Each member owned a complete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651760" cy="82296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630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Yashraj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Data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2651760" cy="3840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5DC8"/>
                </a:solidFill>
              </a:rPr>
              <a:t>Phase 1 — Data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Sourced &amp; loaded the SMS Spam dataset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Built the full NLP cleaning pipeline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Stopword removal, lemmatization, label encoding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Generated cleaned_spam.csv (5,572 rows)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0984" y="1417320"/>
            <a:ext cx="2651760" cy="822960"/>
          </a:xfrm>
          <a:prstGeom prst="rect">
            <a:avLst/>
          </a:prstGeom>
          <a:solidFill>
            <a:srgbClr val="705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4630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Shreyas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874519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Data Analyst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0984" y="2240280"/>
            <a:ext cx="2651760" cy="3840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5CDB"/>
                </a:solidFill>
              </a:rPr>
              <a:t>Phase 2 — EDA &amp; Vectorization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8803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Generated EDA visualizations &amp; word clouds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Analysed spam vs ham word patterns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Built TF-IDF vectorizer (5,000 features)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Created 80/20 train-test split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7" y="1417320"/>
            <a:ext cx="26517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14630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Meet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7" y="1874519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ML Engineer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927" y="2240280"/>
            <a:ext cx="2651760" cy="3840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Phase 3 — Model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8803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Trained Multinomial Naive Bayes classifier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Tuned hyperparameter alpha for best performance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Achieved 98% accuracy on 1,115 test messages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Saved final model as spam_model.pkl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62872" y="1417320"/>
            <a:ext cx="265176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1" y="14630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Vishwajeet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1" y="1874519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UI Developer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62872" y="2240280"/>
            <a:ext cx="2651760" cy="3840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Phase 4 &amp; 5 — Web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8803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Built Streamlit web app (app.py)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Added .eml file upload &amp; auto-parsing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Implemented Clear button with session state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Designed premium dark UI with custom CSS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Key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What we achieved and what we discovered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56032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Model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2560320" cy="137160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5,572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Messages Trained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2560320" cy="1371600"/>
          </a:xfrm>
          <a:prstGeom prst="rect">
            <a:avLst/>
          </a:prstGeom>
          <a:solidFill>
            <a:srgbClr val="705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Prediction 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17320"/>
            <a:ext cx="25603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Input Methods in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Key Technical Learnings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NLP preprocessing is crucial — raw text alone won't work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TF-IDF is highly effective for short text classification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Naive Bayes works because spam language is predictable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Class imbalance (87% ham) is real — model must handle it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False positives exist — e.g. 'You are selected for SIH'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is flagged spam because 'selected' = spam word in training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971800"/>
            <a:ext cx="56692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Known Limitations &amp; 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118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Trained on SMS data — email-specific dataset would improve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Image-only spam (poster emails) cannot be read (no OCR)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Sender domain reputation not deeply analyzed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Future: Active Learning — user feedback retrains model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Future: Gmail API integration for real-time scanning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Future: Browser extension for in-browser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834640"/>
            <a:ext cx="5788152" cy="4572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BE9FF"/>
                </a:solidFill>
              </a:rPr>
              <a:t>Spam Email Detection System
D2D Batch  |  Sem 5  |  PBL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Yashraj   ·   Shreyas   ·   Meet   ·   Vishwajeet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Built with Python  ·  NLTK  ·  Scikit-learn  ·  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BE9FF"/>
                </a:solidFill>
              </a:rPr>
              <a:t>github.com/RYashraj/spammaildetection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Spam Email Detection  |  D2D Batch  |  Sem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