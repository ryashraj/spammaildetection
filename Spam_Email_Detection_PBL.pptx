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BE9FF"/>
                </a:solidFill>
              </a:rPr>
              <a:t>Ahmedabad Institute of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Department of Computer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005840"/>
            <a:ext cx="9418320" cy="27432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FFFFFF"/>
                </a:solidFill>
              </a:rPr>
              <a:t>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2344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Spam Email Detection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148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BE9FF"/>
                </a:solidFill>
              </a:rPr>
              <a:t>AI-Powered Mail Classifier using NLP &amp; Naive Bayes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1247120" cy="36576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BE9FF"/>
                </a:solidFill>
              </a:rPr>
              <a:t>Subject: Python for Data Science  |  Code: BE05000231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Sem 5  |  BE  |  B Division  |  B2 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1247120" cy="36576"/>
          </a:xfrm>
          <a:prstGeom prst="rect">
            <a:avLst/>
          </a:prstGeom>
          <a:solidFill>
            <a:srgbClr val="2D35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Submitted To: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69663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Prof. Khusharth Oza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HOD — Computer Engineering: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69663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Dr. Harsha Padheriya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36592"/>
            <a:ext cx="11247120" cy="36576"/>
          </a:xfrm>
          <a:prstGeom prst="rect">
            <a:avLst/>
          </a:prstGeom>
          <a:solidFill>
            <a:srgbClr val="2D35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8646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Project By: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8464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Yashrajsinh Rajput  ·  Vishwajeet  ·  Shreyas Tavre  ·  Meet Shah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Ahmedabad Institute of Technology  |  Sem 5, BE, B Div, B2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57432" cy="8229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Subject: Python for Data Science  |  Code: BE05000231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BE9FF"/>
                </a:solidFill>
              </a:rPr>
              <a:t>Submitted To: Prof. Khusharth Oza       |       HOD CE: Dr. Harsha Padheriya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23160"/>
            <a:ext cx="2651760" cy="91440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49631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Yashrajsinh Rajput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95351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Data Engineer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337560"/>
            <a:ext cx="2651760" cy="2834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429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Enrollment 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216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F3C"/>
                </a:solidFill>
              </a:rPr>
              <a:t>250023107087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79"/>
            <a:ext cx="2377440" cy="36576"/>
          </a:xfrm>
          <a:prstGeom prst="rect">
            <a:avLst/>
          </a:prstGeom>
          <a:solidFill>
            <a:srgbClr val="DB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Contributed To: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7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5DC8"/>
                </a:solidFill>
              </a:rPr>
              <a:t>Phase 1 — Data Preparation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0984" y="2423160"/>
            <a:ext cx="265176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92424" y="249631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Vishwajeet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95351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UI Developer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00984" y="3337560"/>
            <a:ext cx="2651760" cy="2834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38144" y="3429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Enrollment No.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8144" y="37216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F3C"/>
                </a:solidFill>
              </a:rPr>
              <a:t>250023107086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38144" y="4297679"/>
            <a:ext cx="2377440" cy="36576"/>
          </a:xfrm>
          <a:prstGeom prst="rect">
            <a:avLst/>
          </a:prstGeom>
          <a:solidFill>
            <a:srgbClr val="DB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38144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Contributed To: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38144" y="475487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Phase 4 &amp; 5 — Web Application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1927" y="2423160"/>
            <a:ext cx="2651760" cy="914400"/>
          </a:xfrm>
          <a:prstGeom prst="rect">
            <a:avLst/>
          </a:prstGeom>
          <a:solidFill>
            <a:srgbClr val="705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3367" y="249631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Shreyas Tavre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7" y="295351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Data Analyst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1927" y="3337560"/>
            <a:ext cx="2651760" cy="2834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3429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Enrollment No.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37216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F3C"/>
                </a:solidFill>
              </a:rPr>
              <a:t>250023107076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19088" y="4297679"/>
            <a:ext cx="2377440" cy="36576"/>
          </a:xfrm>
          <a:prstGeom prst="rect">
            <a:avLst/>
          </a:prstGeom>
          <a:solidFill>
            <a:srgbClr val="DB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Contributed To: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475487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05CDB"/>
                </a:solidFill>
              </a:rPr>
              <a:t>Phase 2 — EDA &amp; Vectorization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62872" y="2423160"/>
            <a:ext cx="265176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54311" y="2496312"/>
            <a:ext cx="2468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Meet Shah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1" y="295351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ML Engineer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62872" y="3337560"/>
            <a:ext cx="2651760" cy="2834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00032" y="3429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Enrollment 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32" y="37216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F3C"/>
                </a:solidFill>
              </a:rPr>
              <a:t>250023107067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00032" y="4297679"/>
            <a:ext cx="2377440" cy="36576"/>
          </a:xfrm>
          <a:prstGeom prst="rect">
            <a:avLst/>
          </a:prstGeom>
          <a:solidFill>
            <a:srgbClr val="DB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400032" y="4434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Contributed To: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00032" y="4754879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Phase 3 — Model Training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Why does spam detection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474720" cy="10058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45%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of all emails worldwide are spam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3474720" cy="100584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₹ Crores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lost to phishing scams every year in India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40480"/>
            <a:ext cx="347472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840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Millions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of users deceived by fake 'selected' or 'winner' mails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4173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F3C"/>
                </a:solidFill>
              </a:rPr>
              <a:t>What is Spam?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1920240"/>
            <a:ext cx="7589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Unsolicited, unwanted emails sent in bulk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Contains fake prizes, urgent threats, phishing links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Wastes time and poses serious security risks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Manually filtering them is inefficient and unreliable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0233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F3C"/>
                </a:solidFill>
              </a:rPr>
              <a:t>Our Goal: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48056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</a:rPr>
              <a:t>Build an intelligent system that automatically detects whether an email is Spam or Ham (safe) — using Machine Learning.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What we built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A 5-phase ML pipeline from raw data to live app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NLP-based text cleaning &amp; lemmatization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TF-IDF vectorization to convert text to numbers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Multinomial Naive Bayes classifier (98% accuracy)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Streamlit web app with 2 input modes: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 – Paste text (Subject + Sender + Body)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 – Upload a real .eml email file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Clear button, result confidence bar, analysis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566928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Why This Approach?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Naive Bayes is the industry standard for text spam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TF-IDF captures word importance, not just frequency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Lightweight — runs fully on your local machine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No data is ever sent to any server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886200"/>
            <a:ext cx="566928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Dataset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2628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SMS Spam Collection (UCI ML Repository / Kaggle)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5,572 messages — 4,825 Ham + 747 Spam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Same NLP pipeline applies to emails — technique is identical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Tools and libraries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Python 3.12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Core programming language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1732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9000" y="15087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1168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2316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Stopword removal, lemmatization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1732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Scikit-learn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2316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TF-IDF vectorizer + Naive Bayes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141732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72600" y="150876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01168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Pandas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42316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Data loading and manipulation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4904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4340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Matplotlib /
Seaborn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75488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EDA visualizations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374904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29000" y="38404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34340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Streamlit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75488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Interactive web application 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74904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38404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4340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Pickle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75488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Save &amp; load trained model 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749040"/>
            <a:ext cx="26517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72600" y="38404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E293B"/>
                </a:solidFill>
              </a:rPr>
              <a:t>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434340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F3C"/>
                </a:solidFill>
              </a:rPr>
              <a:t>email (stdlib)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4754880"/>
            <a:ext cx="24688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Parse .eml files safely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Project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5 phases from raw data to live web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1828800" cy="237744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Data
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Clean text, encode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79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F3C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828800"/>
            <a:ext cx="1828800" cy="2377440"/>
          </a:xfrm>
          <a:prstGeom prst="rect">
            <a:avLst/>
          </a:prstGeom>
          <a:solidFill>
            <a:srgbClr val="705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4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860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EDA &amp;
Vectorize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5468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Explore data, TF-IDF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F3C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828800"/>
            <a:ext cx="1828800" cy="2377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Model
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5468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Train Naive Bayes (98%)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F3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1828800"/>
            <a:ext cx="1828800" cy="2377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372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Web App
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15468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Streamlit interface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6974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F3C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1828800"/>
            <a:ext cx="1828800" cy="2377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52560" y="1920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2860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Smart
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315468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.eml parser, Clear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4348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293B"/>
                </a:solidFill>
              </a:rPr>
              <a:t>Each phase produces an output that feeds directly into the next phase — a complete, end-to-end Machine Learning pipeline.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1 — 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File: phase1_data_preparation.py  |  Lead: Yashrajsinh Rajput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What was done?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Loaded SMS Spam Collection dataset (spam.csv)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Removed duplicate and null entries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Converted text to lowercase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Removed punctuation, numbers &amp; URLs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Removed stop words (e.g. 'the', 'is', 'a')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Applied Lemmatization (e.g. 'running' → 'run')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Encoded labels: ham = 0, spam = 1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Saved cleaned data to: data/cleaned_spam.csv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Checked and reported class imbalance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cleaned_spam.csv  →  5,572 rows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4,825 Ham messages (86.6%)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E293B"/>
                </a:solidFill>
              </a:rPr>
              <a:t>•     747 Spam messages (13.4%)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931920"/>
            <a:ext cx="56692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Why these steps?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7200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ML models cannot understand raw noisy text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Stop words add no spam-detection value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Lemmatization reduces word variety so the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model learns patterns, not exact spellings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2 — EDA &amp; Vectorization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File: phase2_eda_vectorization.py  |  Lead: Shreyas Tavre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Exploratory Data Analysis (EDA)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Plotted class distribution (Ham vs Spam bar chart)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Word count distribution — spam msgs are longer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Generated Word Clouds for spam and ham words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Top 15 most frequent words in spam messages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Correlation between message length &amp; spam label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All plots saved to: plots/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TF-IDF Vectorization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Converted cleaned text into numerical feature matrix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max_features = 5,000 most important words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Split data: 80% train / 20% test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Saved: vectorizer.pkl, train_test_splits.pkl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What is TF-IDF?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48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TF-IDF stands for Term Frequency - Inverse Document Frequency.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974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TF: How often does a word appear in this message?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IDF: How rare is this word across all messages?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Words like 'FREE', 'WIN', 'CLAIM' appear very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often in spam but rarely in normal messages →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they get a HIGH TF-IDF score → model learns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that these words = high spam probability.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Common words like 'the', 'you', 'is' appear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everywhere → low IDF → low score → ignored.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3 — ML Model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File: phase3_modeling.py  |  Lead: Meet Shah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Model: Multinomial Naive Bayes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Loaded train/test data from vectorizer output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Trained MultinomialNB with alpha=0.1 (tuned)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Evaluated on 1,115 unseen test messages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Performed hyperparameter search for best alpha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Saved final model to: models/spam_model.pkl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46320"/>
            <a:ext cx="219456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846320"/>
            <a:ext cx="2560320" cy="118872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17520" y="48920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~1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577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Prediction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Why Naive Bayes?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Specifically designed for text classification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Calculates probability of spam vs ham based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on the frequency of each TF-IDF word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Extremely fast — trains in seconds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Proven industry standard: used in Gmail,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Yahoo Mail spam filters since early 2000s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Confusion Matrix (on test set of 1,115):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True Ham:   966  |  False Spam:  9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True Spam:  124  |  False Ham:  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4 &amp; 5 — Web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File: app.py  |  Lead: Vishwajeet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3949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Interactive Streamlit web application (app.py)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Loads trained model &amp; vectorizer on startup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Two input modes (tabs):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 ✏️  Tab 1: Paste Sender + Subject + Body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 📁  Tab 2: Upload a .eml email file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Auto-parses .eml → fills all fields automatically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Safe: attachments are NEVER opened or executed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Clear button resets all inputs and results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Confidence progress bar for visual clarity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Analysis details expander (shows cleaned text)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Premium dark UI with Inter font &amp; custom CSS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How to use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Run:  python -m streamlit run app.py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Opens at: http://localhost:8501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Option A — Type/Paste: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Enter Sender, Subject, and Body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→ Click 🔍 Analyse Email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Option B — .eml File: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In Gmail: ⋮ More → Download message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Upload the .eml file to the app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→ Fields are filled automatically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→ Click 🔍 Analyse Email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Result shows: SPAM 🚨 or HAM ✅ + confidence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Team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AIT  |  Sem 5, BE, B Div, B2 Batch  |  Each member owned a complete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651760" cy="82296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46304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Yashraj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74519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Data Engineer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240280"/>
            <a:ext cx="2651760" cy="38404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5DC8"/>
                </a:solidFill>
              </a:rPr>
              <a:t>Phase 1 — Data Preparation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Sourced &amp; loaded the SMS Spam dataset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Built the full NLP cleaning pipeline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Stopword removal, lemmatization, label encoding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Generated cleaned_spam.csv (5,572 rows)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0984" y="1417320"/>
            <a:ext cx="2651760" cy="822960"/>
          </a:xfrm>
          <a:prstGeom prst="rect">
            <a:avLst/>
          </a:prstGeom>
          <a:solidFill>
            <a:srgbClr val="705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92424" y="146304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Shreyas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74519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Data Analyst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00984" y="2240280"/>
            <a:ext cx="2651760" cy="38404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38144" y="2377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05CDB"/>
                </a:solidFill>
              </a:rPr>
              <a:t>Phase 2 — EDA &amp; Vectorization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8803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Generated EDA visualizations &amp; word clouds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Analysed spam vs ham word patterns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Built TF-IDF vectorizer (5,000 features)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Created 80/20 train-test split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7" y="1417320"/>
            <a:ext cx="26517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3367" y="146304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Meet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7" y="1874519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ML Engineer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7" y="2240280"/>
            <a:ext cx="2651760" cy="38404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2377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Phase 3 — Model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8803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Trained Multinomial Naive Bayes classifier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Tuned hyperparameter alpha for best performance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Achieved 98% accuracy on 1,115 test messages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Saved final model as spam_model.pkl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62872" y="1417320"/>
            <a:ext cx="2651760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54311" y="1463040"/>
            <a:ext cx="24688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Vishwajeet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1" y="1874519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UI Developer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62872" y="2240280"/>
            <a:ext cx="2651760" cy="38404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00032" y="2377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Phase 4 &amp; 5 — Web Application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288036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Built Streamlit web app (app.py)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Added .eml file upload &amp; auto-parsing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Implemented Clear button with session state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1E293B"/>
                </a:solidFill>
              </a:rPr>
              <a:t>• Designed premium dark UI with custom CSS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&amp; Key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9FF"/>
                </a:solidFill>
              </a:rPr>
              <a:t>What we achieved and what we discovered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560320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Model Accuracy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417320"/>
            <a:ext cx="2560320" cy="137160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5,572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Messages Trained 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17320"/>
            <a:ext cx="2560320" cy="1371600"/>
          </a:xfrm>
          <a:prstGeom prst="rect">
            <a:avLst/>
          </a:prstGeom>
          <a:solidFill>
            <a:srgbClr val="705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~1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Prediction Speed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417320"/>
            <a:ext cx="2560320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80" y="1463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2 Modes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Input Methods in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71800"/>
            <a:ext cx="53949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1089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Key Technical Learnings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118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NLP preprocessing is crucial — raw text alone won't work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TF-IDF is highly effective for short text classification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Naive Bayes works because spam language is predictable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Class imbalance (87% ham) is real — model must handle it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False positives exist — e.g. 'You are selected for SIH'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  is flagged spam because 'selected' = spam word in training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971800"/>
            <a:ext cx="566928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108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5DC8"/>
                </a:solidFill>
              </a:rPr>
              <a:t>Known Limitations &amp; Future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118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Trained on SMS data — email-specific dataset would improve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Image-only spam (poster emails) cannot be read (no OCR)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Sender domain reputation not deeply analyzed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Future: Active Learning — user feedback retrains model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Future: Gmail API integration for real-time scanning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 Future: Browser extension for in-browser detection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834640"/>
            <a:ext cx="5788152" cy="45720"/>
          </a:xfrm>
          <a:prstGeom prst="rect">
            <a:avLst/>
          </a:prstGeom>
          <a:solidFill>
            <a:srgbClr val="23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9FF"/>
                </a:solidFill>
              </a:rPr>
              <a:t>Spam Email Detection System
Python for Data Science (BE05000231)  |  Sem 5, BE, B Div, B2 Batch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Yashrajsinh Rajput  ·  Vishwajeet  ·  Shreyas Tavre  ·  Meet Shah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Submitted To: Prof. Khusharth Oza    |    HOD CE: Dr. Harsha Padheriya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BE9FF"/>
                </a:solidFill>
              </a:rPr>
              <a:t>Ahmedabad Institute of Technology  |  github.com/RYashraj/spammaildetection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A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658368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AIT  |  Python for Data Science (BE05000231)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5836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1926</Words>
  <Application>Microsoft Office PowerPoint</Application>
  <PresentationFormat>Custom</PresentationFormat>
  <Paragraphs>309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Yashraj Rajput</cp:lastModifiedBy>
  <cp:revision>2</cp:revision>
  <cp:lastPrinted>2026-08-30T18:59:20Z</cp:lastPrinted>
  <dcterms:created xsi:type="dcterms:W3CDTF">2013-01-27T09:14:16Z</dcterms:created>
  <dcterms:modified xsi:type="dcterms:W3CDTF">2026-08-30T18:59:32Z</dcterms:modified>
  <cp:category/>
</cp:coreProperties>
</file>